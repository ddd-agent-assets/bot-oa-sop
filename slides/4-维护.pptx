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CHAPTER 04 · MAINTAIN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877056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维护：自查、量限、交接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024128" y="507492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报“无权限”先按四步自查，大多数情况不用惊动 IT；两条量限提前知道；调岗离职按四步交接。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4128" y="6720840"/>
            <a:ext cx="144703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6720840"/>
            <a:ext cx="144703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无权限自查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2719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272719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两条量限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35958" y="6720840"/>
            <a:ext cx="164134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4235958" y="6720840"/>
            <a:ext cx="164134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调岗离职交接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4.1 · 自查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报“无权限”先自查：四步排查，别直接报 IT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2004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33856" y="32004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报“无权限”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67328" y="370332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7760" y="3017520"/>
            <a:ext cx="4206240" cy="1371600"/>
          </a:xfrm>
          <a:prstGeom prst="diamond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4571" y="3017520"/>
            <a:ext cx="3112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扫码授权做了吗？（第二步 · 本人扫）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40880" y="4389120"/>
            <a:ext cx="0" cy="338328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3703320"/>
            <a:ext cx="50292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3310128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48088" y="3310128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先去做这一步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62288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没有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0608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做了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4709160"/>
            <a:ext cx="4206240" cy="1371600"/>
          </a:xfrm>
          <a:prstGeom prst="diamond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4571" y="4709160"/>
            <a:ext cx="3112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文档链接发过了吗？（第三步 · 大企业必做）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040880" y="6080760"/>
            <a:ext cx="0" cy="338328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5394960"/>
            <a:ext cx="50292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38360" y="5001768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48088" y="5001768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先去做这一步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2288" y="5010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没有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0608" y="6099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做了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6400800"/>
            <a:ext cx="4206240" cy="1371600"/>
          </a:xfrm>
          <a:prstGeom prst="diamond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4571" y="6400800"/>
            <a:ext cx="3112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权限开关都开了吗？（创建者点“去开通”）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040880" y="7772400"/>
            <a:ext cx="0" cy="338328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00" y="7086600"/>
            <a:ext cx="502920" cy="0"/>
          </a:xfrm>
          <a:prstGeom prst="line">
            <a:avLst/>
          </a:prstGeom>
          <a:noFill/>
          <a:ln w="19050">
            <a:solidFill>
              <a:srgbClr val="B3A79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738360" y="6693408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48088" y="6693408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找创建者点开通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62288" y="6702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没有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50608" y="7790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做了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37760" y="80924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E8590C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47488" y="8092440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四步全对还报错 →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9144000" y="8549640"/>
            <a:ext cx="50292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738360" y="7406640"/>
            <a:ext cx="6949440" cy="1005840"/>
          </a:xfrm>
          <a:prstGeom prst="roundRect">
            <a:avLst>
              <a:gd name="adj" fmla="val 9091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866376" y="7406640"/>
            <a:ext cx="6693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腾讯授权同步故障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2026-08 下旬出现，已反馈官方 · 重新扫码试“刷”通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9738360" y="8549640"/>
            <a:ext cx="6949440" cy="1005840"/>
          </a:xfrm>
          <a:prstGeom prst="roundRect">
            <a:avLst>
              <a:gd name="adj" fmla="val 9091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866376" y="8549640"/>
            <a:ext cx="6693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授权可能只有 7 天（待核实）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官方文档与实测矛盾 · 重新扫码并记录时间反馈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24128" y="8778240"/>
            <a:ext cx="16239744" cy="685800"/>
          </a:xfrm>
          <a:prstGeom prst="roundRect">
            <a:avLst>
              <a:gd name="adj" fmla="val 10667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298448" y="8778240"/>
            <a:ext cx="15736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都不是你操作错了。仍解决不了再报 IT，附上：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哪台机器人 · 哪张表 · 四步结果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4.2 · 常见困惑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四步全对还报无权限？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2004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92808" y="318211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管理端显示“已授权”，还是报无权限？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92808" y="365760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腾讯授权同步故障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（2026-08 下旬，已反馈官方）：先让当事人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重新扫码一次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偶尔能“刷”通；受影响的是“搜文档”“查通讯录”，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读指定文档不受影响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（发链接即可）。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24128" y="5760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5760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92808" y="574243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用了几天突然报无权限？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92808" y="621792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官方写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“授权有效期 7 天”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，与实测矛盾（待核实）。先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重新扫码授权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，记录发生时间反馈管理员。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24128" y="7955280"/>
            <a:ext cx="16239744" cy="822960"/>
          </a:xfrm>
          <a:prstGeom prst="roundRect">
            <a:avLst>
              <a:gd name="adj" fmla="val 8889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7955280"/>
            <a:ext cx="15736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仍解决不了再报 IT，报时附上：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哪台机器人、哪张表、四步自查的结果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4.3 · 量限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日常两条量限：读表有日上限，超大表要拆分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063240"/>
            <a:ext cx="7891272" cy="384048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89888" y="3383280"/>
            <a:ext cx="7159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每日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1389888" y="4754880"/>
            <a:ext cx="7159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读表总次数上限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89888" y="5349240"/>
            <a:ext cx="7159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超了当天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读写全停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，第二天自动恢复。日常询盘登记远够用；补大量历史数据，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分几天做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372600" y="3063240"/>
            <a:ext cx="7891272" cy="384048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38360" y="3383280"/>
            <a:ext cx="7159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≈5万字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9738360" y="4754880"/>
            <a:ext cx="7159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单张超大表量级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38360" y="5349240"/>
            <a:ext cx="7159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曾出现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读到一半中断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（工具升级后已解决）；历史很久的大台账，仍建议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按年或季度拆分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" y="7315200"/>
            <a:ext cx="16239744" cy="822960"/>
          </a:xfrm>
          <a:prstGeom prst="roundRect">
            <a:avLst>
              <a:gd name="adj" fmla="val 8889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7315200"/>
            <a:ext cx="15736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依据：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`wecom-cli` Issue #116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等实测记录（见附录信源）。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4.4 · 交接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调岗离职交接：先停写、再验证、七天后收权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389888" y="4709160"/>
            <a:ext cx="15544800" cy="0"/>
          </a:xfrm>
          <a:prstGeom prst="line">
            <a:avLst/>
          </a:prstGeom>
          <a:noFill/>
          <a:ln w="38100">
            <a:solidFill>
              <a:srgbClr val="F0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4453128"/>
            <a:ext cx="512064" cy="512064"/>
          </a:xfrm>
          <a:prstGeom prst="ellipse">
            <a:avLst/>
          </a:prstGeom>
          <a:solidFill>
            <a:srgbClr val="FD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28216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" y="25603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" y="26883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D0  </a:t>
            </a:r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停写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" y="31272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名下机器人、表格、脚本先停写（保留查看）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13576" y="4453128"/>
            <a:ext cx="512064" cy="512064"/>
          </a:xfrm>
          <a:prstGeom prst="ellipse">
            <a:avLst/>
          </a:prstGeom>
          <a:solidFill>
            <a:srgbClr val="FD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3576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40808" y="53949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3688" y="55229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D0+  </a:t>
            </a:r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双人验证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23688" y="59618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机器人能用吗 · 权限对吗 · 任务在跑吗 · 积分 · 仓库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298936" y="4453128"/>
            <a:ext cx="512064" cy="512064"/>
          </a:xfrm>
          <a:prstGeom prst="ellipse">
            <a:avLst/>
          </a:prstGeom>
          <a:solidFill>
            <a:srgbClr val="FD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98936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26168" y="25603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09048" y="26883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D1-6  </a:t>
            </a:r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重新授权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09048" y="31272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换负责人重新扫码 + 重发链接（权限不跟人走）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6084296" y="4453128"/>
            <a:ext cx="512064" cy="512064"/>
          </a:xfrm>
          <a:prstGeom prst="ellipse">
            <a:avLst/>
          </a:prstGeom>
          <a:solidFill>
            <a:srgbClr val="E859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84296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511528" y="53949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94408" y="55229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D7  </a:t>
            </a:r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收权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94408" y="59618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台账更新后，收回原负责人权限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024128" y="7680960"/>
            <a:ext cx="16239744" cy="1005840"/>
          </a:xfrm>
          <a:prstGeom prst="roundRect">
            <a:avLst>
              <a:gd name="adj" fmla="val 7273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98448" y="7680960"/>
            <a:ext cx="15736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前提是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台账登记完整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。真实教训：DDD 同事调岗，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没台账就没有交接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，人一走机器人就成孤儿。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维护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06 / 06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报错先自查四步，交接先停写再收权。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大多数“无权限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不用惊动 IT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；量限提前知道不误事；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交接四步 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停写 → 验证 → 授权 → 收权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保住人走资产不走。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2060448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2060448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 4 章 · 维护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维护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