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4128" y="2743200"/>
            <a:ext cx="16239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企微智能机器人 SOP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24128" y="4343400"/>
            <a:ext cx="1623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9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 → 提审 → 登记 → 维护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24128" y="5257800"/>
            <a:ext cx="1325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给全公司看的，不是给 IT 看的——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没有技术背景也能照着走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。客服、业务、行政、管理层都适用。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24128" y="6675120"/>
            <a:ext cx="3017520" cy="83843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6675120"/>
            <a:ext cx="3017520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用 Workbuddy 等工具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15968" y="6675120"/>
            <a:ext cx="3017520" cy="83843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6675120"/>
            <a:ext cx="3017520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2026-08 全面开放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07808" y="6675120"/>
            <a:ext cx="3017520" cy="83843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7607808" y="6675120"/>
            <a:ext cx="3017520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不限企业规模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背景 · WHY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背景三句话：机器人不再是 IT 的专利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24128" y="29626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41448" y="301752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业务同事自己就能搭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441448" y="349300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2026-08-18 企微全面开放，用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Workbuddy 等工具自己搭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，不再走 IT 立项。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4128" y="451713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41448" y="457200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但有硬性边界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441448" y="504748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文档：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读要本人授权，写只能写自建表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——很多人卡在“申请了权限还是用不了”。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24128" y="607161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441448" y="612648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两种规矩分开讲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441448" y="660196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腾讯定的规矩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只能照办；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我们自己定的规矩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内部协商、管理层拍板。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文档地图 · MAP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四个阶段：创建 → 提审 → 登记 → 维护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200400"/>
            <a:ext cx="3991356" cy="105156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200400"/>
            <a:ext cx="37170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01  创建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434340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想清楚能做什么；找管理员建号开权限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924" y="3200400"/>
            <a:ext cx="3991356" cy="105156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1244" y="3200400"/>
            <a:ext cx="35524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02  提审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6652" y="434340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两轮审批 · 授权三步 · 红线速查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89720" y="3200400"/>
            <a:ext cx="3991356" cy="105156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3200400"/>
            <a:ext cx="35524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03  登记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99448" y="434340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清单打勾 · 进台账 · 代码进私仓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272516" y="3200400"/>
            <a:ext cx="3991356" cy="105156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46836" y="3200400"/>
            <a:ext cx="35524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04  维护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82244" y="434340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自查四步 · 量限 · 交接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24128" y="5843016"/>
            <a:ext cx="3017520" cy="87360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5843016"/>
            <a:ext cx="301752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 / 管理层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7408" y="5806440"/>
            <a:ext cx="1234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创建01 → 提审全部 → 组织SOP提议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151376" y="6089904"/>
            <a:ext cx="1828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4128" y="6803136"/>
            <a:ext cx="3017520" cy="87360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128" y="6803136"/>
            <a:ext cx="301752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IT / 管理员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7408" y="6766560"/>
            <a:ext cx="1234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创建02 → 提审 → 维护全部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151376" y="7050024"/>
            <a:ext cx="1828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4128" y="7763256"/>
            <a:ext cx="3017520" cy="87360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7763256"/>
            <a:ext cx="301752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要申请的同事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7408" y="7726680"/>
            <a:ext cx="1234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 → 提审 → 登记，按顺序走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151376" y="8010144"/>
            <a:ext cx="1828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能做很多事，但文档有边界：读要授权，写只写自建。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① 机器人已能操作企微的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消息 · 邮件 · 文档 · 表格 · 日程 · 会议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② 员工建的旧表机器人永远改不了——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这不是权限没配好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③ 授权和审批都是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第一次走流程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，之后日常使用不用每次审批。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3884371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3884371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授权三步 + 两轮审批，走完长期有效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附赠 · AI SKILL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附赠 Skill：让 AI 带你走提审流程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24128" y="29626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41448" y="301752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装给 AI 就能用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441448" y="349300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wecom-bot-approval 装进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Codex / Workbuddy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，AI 指导任何人走通提审。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4128" y="451713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41448" y="457200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帮你写“提审一句话”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441448" y="504748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审批界面只显示 2 行——AI 一句话带清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干什么 · 哪张表（新/旧）· 读还是写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24128" y="607161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441448" y="612648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答疑 + 提醒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441448" y="660196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红线、自查、交接答疑；提醒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台账登记、私有仓库、管理员审批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24128" y="7818120"/>
            <a:ext cx="16239744" cy="1554480"/>
          </a:xfrm>
          <a:prstGeom prst="roundRect">
            <a:avLst>
              <a:gd name="adj" fmla="val 5882"/>
            </a:avLst>
          </a:prstGeom>
          <a:solidFill>
            <a:srgbClr val="2A2018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25296" y="7982712"/>
            <a:ext cx="109728" cy="109728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8176" y="7982712"/>
            <a:ext cx="109728" cy="1097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1056" y="7982712"/>
            <a:ext cx="109728" cy="109728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24" name="Text 22"/>
          <p:cNvSpPr/>
          <p:nvPr/>
        </p:nvSpPr>
        <p:spPr>
          <a:xfrm>
            <a:off x="15069312" y="7909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8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install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33856" y="8238744"/>
            <a:ext cx="16020288" cy="0"/>
          </a:xfrm>
          <a:prstGeom prst="line">
            <a:avLst/>
          </a:prstGeom>
          <a:noFill/>
          <a:ln w="9525">
            <a:solidFill>
              <a:srgbClr val="343B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8385048"/>
            <a:ext cx="1569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F5F8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把本仓库链接发给 AI，安装 wecom-bot-approval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A96A5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  # 管理员信息可配置</a:t>
            </a:r>
            <a:pPr indent="0" marL="0">
              <a:lnSpc>
                <a:spcPct val="13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总览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资产与信源 · ASSETS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配套资产入口与信源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3017520"/>
          <a:ext cx="16239744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033504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资产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入口与说明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公司 GitHub 组织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`github.com/ddd-agent-assets` — 存代码；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公司邮箱注册 · 仓库 Private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登记台账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企微在线表格（暂行，仅客服部）——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上线前必须登记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官方文档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开发者文档 101468 / 99935 / 97392 — 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边界原文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与权限上限出处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实测记录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`WecomTeam/wecom-cli` Issue #64/#111/#116 — 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权限差异 · 同步故障 · 超大表量限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024128" y="694944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694944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经验源头：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《已知的坑》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一线实测持续记录；平台规矩以官方文档当日版本为准。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总览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