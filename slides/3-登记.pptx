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登记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01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024128" y="3520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CHAPTER 03 · 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877056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2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登记：打勾、进台账、存私仓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024128" y="507492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上线前拿清单逐项打勾，任何一项打不上勾就不予上线；每个机器人登记台账；代码存公司 GitHub 私有仓库。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24128" y="6720840"/>
            <a:ext cx="164134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6720840"/>
            <a:ext cx="164134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上线检查清单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150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292150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登记台账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30268" y="6720840"/>
            <a:ext cx="2068830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4430268" y="6720840"/>
            <a:ext cx="2068830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GitHub 私有仓库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登记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02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3.1 · 上线门槛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上线检查清单：逐项打勾才可上线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449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2496" y="2971800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要动的表都定过级，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没有敏感、绝密数据违规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24128" y="37947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82496" y="3721608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只往自己建的表写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，不碰员工旧表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24128" y="454456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544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82496" y="4471416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多人共用的表没有用 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“下载-上传”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方式改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24128" y="52943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82496" y="5221224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新旧表哪个算数、何时切换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，白纸黑字定了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24128" y="604418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6044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82496" y="5971032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机器人只对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实际使用的群和同事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开放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24128" y="6793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6793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82496" y="6720840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文档管理员只有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机器人和搭建者本人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，没有再授权给别人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24128" y="754380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BF7F2"/>
          </a:solidFill>
          <a:ln w="17780">
            <a:solidFill>
              <a:srgbClr val="E859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7543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82496" y="7470648"/>
            <a:ext cx="1545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台账登记完成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（含负责人与交接人），代码已存 </a:t>
            </a:r>
            <a:pPr indent="0" marL="0"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GitHub 私有仓库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024128" y="8458200"/>
            <a:ext cx="16239744" cy="731520"/>
          </a:xfrm>
          <a:prstGeom prst="roundRect">
            <a:avLst>
              <a:gd name="adj" fmla="val 10000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98448" y="8458200"/>
            <a:ext cx="15736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任何一项打不上勾，就不予上线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。勾完再走台账登记。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登记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03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3.2 · 台账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登记台账：没台账就没有交接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29718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43584" y="31363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负责人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43584" y="36301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谁搭的、谁在用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48072" y="29718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67528" y="31363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367528" y="36301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名称 + Bot ID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72016" y="29718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91472" y="31363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授权人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491472" y="36301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谁扫码授权的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95960" y="29718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615416" y="31363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表清单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615416" y="36301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读写哪些表 + 新旧关系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081528" y="45720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00984" y="47365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额度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300984" y="52303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积分/账号情况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05472" y="45720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24928" y="47365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交接人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424928" y="52303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不在时谁接手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329416" y="4572000"/>
            <a:ext cx="3849624" cy="13716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548872" y="473659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代码仓库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548872" y="52303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GitHub 私仓地址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24128" y="6537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" y="6537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892808" y="651967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为什么要登记？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1892808" y="699516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真实教训：DDD 一位自己搭了机器人的同事调岗——“她搓的东西怎么交给要使用它的人？”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没台账就没有交接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，人一走机器人就成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孤儿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1024128" y="8549640"/>
            <a:ext cx="16239744" cy="731520"/>
          </a:xfrm>
          <a:prstGeom prst="roundRect">
            <a:avLst>
              <a:gd name="adj" fmla="val 10000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98448" y="8549640"/>
            <a:ext cx="15736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暂行：企微在线表格（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目前仅客服部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）。上线前登记、变更时同步、交接时更新。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登记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04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3.3 · 代码资产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代码存公司 GitHub：公司邮箱 + 私有仓库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2926080"/>
            <a:ext cx="789127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98448" y="3218688"/>
            <a:ext cx="512064" cy="512064"/>
          </a:xfrm>
          <a:prstGeom prst="ellipse">
            <a:avLst/>
          </a:prstGeom>
          <a:solidFill>
            <a:srgbClr val="3E9B4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84248" y="3255264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两条硬规矩 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16736" y="3931920"/>
            <a:ext cx="7306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账号必须用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公司邮箱注册</a:t>
            </a:r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仓库一律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Private（禁止公开）</a:t>
            </a:r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组织：github.com/ddd-agent-assets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372600" y="2926080"/>
            <a:ext cx="7891272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46920" y="3218688"/>
            <a:ext cx="512064" cy="512064"/>
          </a:xfrm>
          <a:prstGeom prst="ellipse">
            <a:avLst/>
          </a:prstGeom>
          <a:solidFill>
            <a:srgbClr val="C9421B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332720" y="3255264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为什么管这么严 ✕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65208" y="3931920"/>
            <a:ext cx="7306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公开仓库 = 公司内部摊开给全网</a:t>
            </a:r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脚本提示词带业务数据、表名、内部逻辑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散在个人电脑 = 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人走资产丢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024128" y="6126480"/>
            <a:ext cx="3991356" cy="914400"/>
          </a:xfrm>
          <a:prstGeom prst="homePlate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" y="6126480"/>
            <a:ext cx="37170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①  公司邮箱注册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33856" y="713232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GitHub 账号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106924" y="6126480"/>
            <a:ext cx="3991356" cy="91440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81244" y="6126480"/>
            <a:ext cx="355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②  报给 Rosetta / Yomi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16652" y="713232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拉进组织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189720" y="6126480"/>
            <a:ext cx="3991356" cy="91440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6126480"/>
            <a:ext cx="355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③  建 Private 仓库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99448" y="713232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默认可能是 Public，建完立刻查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3272516" y="6126480"/>
            <a:ext cx="3991356" cy="914400"/>
          </a:xfrm>
          <a:prstGeom prst="chevron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46836" y="6126480"/>
            <a:ext cx="35524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④  地址登记进台账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382244" y="713232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脚本 · 配置 · 提示词 · README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登记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05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3.4 · 常见困惑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常见困惑：登记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2004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92808" y="318211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什么时候登记、什么时候更新？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92808" y="365760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上线前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：七步流程最后一步就是登记，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不登记不上线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变更时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（换表、扩权限、换负责人）同步改；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交接时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走完 SOP、台账更新才算完成。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24128" y="56692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5669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92808" y="565099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建仓库时默认是 Public 怎么办？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92808" y="6126480"/>
            <a:ext cx="1440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建完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立刻检查设置改为 Private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。同时确认是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公司邮箱注册的账号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——个人邮箱不允许。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登记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06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37744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2212848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打勾才上线，进台账可交接，代码进私仓不外泄。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92808" y="4846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七项上线检查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一项不能少；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台账七字段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让机器人有主可查、有人可交；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公司 GitHub 组织 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ddd-agent-assets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统一收口——公司邮箱、仓库 Private。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92808" y="6583680"/>
            <a:ext cx="2060448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1892808" y="6583680"/>
            <a:ext cx="2060448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 3 章 · 登记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企微智能机器人 SOP · 登记</dc:title>
  <dc:subject>PptxGenJS Presentation</dc:subject>
  <dc:creator>Rosetta</dc:creator>
  <cp:lastModifiedBy>Rosetta</cp:lastModifiedBy>
  <cp:revision>1</cp:revision>
  <dcterms:created xsi:type="dcterms:W3CDTF">2026-08-26T12:43:50Z</dcterms:created>
  <dcterms:modified xsi:type="dcterms:W3CDTF">2026-08-26T12:43:50Z</dcterms:modified>
</cp:coreProperties>
</file>