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01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024128" y="3520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CHAPTER 01 · CREATE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3877056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2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创建：想清楚，再找管理员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024128" y="507492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机器人能做什么、不能做什么；建号只有管理员能操作——第一步永远是找管理员。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2412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能力全景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32888" y="6720840"/>
            <a:ext cx="144703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2532888" y="6720840"/>
            <a:ext cx="144703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三条硬边界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35958" y="6720840"/>
            <a:ext cx="144703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4235958" y="6720840"/>
            <a:ext cx="144703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旧表怎么办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39028" y="6720840"/>
            <a:ext cx="1524762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0" name="Text 18"/>
          <p:cNvSpPr/>
          <p:nvPr/>
        </p:nvSpPr>
        <p:spPr>
          <a:xfrm>
            <a:off x="5939028" y="6720840"/>
            <a:ext cx="1524762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Workbuddy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19822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2" name="Text 20"/>
          <p:cNvSpPr/>
          <p:nvPr/>
        </p:nvSpPr>
        <p:spPr>
          <a:xfrm>
            <a:off x="7719822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部门速查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228582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4" name="Text 22"/>
          <p:cNvSpPr/>
          <p:nvPr/>
        </p:nvSpPr>
        <p:spPr>
          <a:xfrm>
            <a:off x="9228582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怎么建号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24128" y="7415784"/>
            <a:ext cx="1408176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7415784"/>
            <a:ext cx="1408176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12 类权限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02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1.1 · 能力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能力全景：机器人现在就能做这些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017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98448" y="3520440"/>
            <a:ext cx="868680" cy="86868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3520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95728" y="3401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消息 · 待办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395728" y="3931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群推送告警日报 · 任务提醒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56248" y="3017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30568" y="3520440"/>
            <a:ext cx="868680" cy="86868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18" name="Text 16"/>
          <p:cNvSpPr/>
          <p:nvPr/>
        </p:nvSpPr>
        <p:spPr>
          <a:xfrm>
            <a:off x="6830568" y="3520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927848" y="3401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邮件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927848" y="3931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收发检索 · 读正文 · 来信汇总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88368" y="3017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362688" y="3520440"/>
            <a:ext cx="868680" cy="86868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23" name="Text 21"/>
          <p:cNvSpPr/>
          <p:nvPr/>
        </p:nvSpPr>
        <p:spPr>
          <a:xfrm>
            <a:off x="12362688" y="3520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3459968" y="3401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日程 · 会议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3459968" y="3931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订会议室 · 自动出纪要转写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24128" y="52578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98448" y="5760720"/>
            <a:ext cx="868680" cy="86868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28" name="Text 26"/>
          <p:cNvSpPr/>
          <p:nvPr/>
        </p:nvSpPr>
        <p:spPr>
          <a:xfrm>
            <a:off x="1298448" y="5760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395728" y="5641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文档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2395728" y="6172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新建 · 读取 · 追加 · 覆盖写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56248" y="52578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30568" y="5760720"/>
            <a:ext cx="868680" cy="86868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33" name="Text 31"/>
          <p:cNvSpPr/>
          <p:nvPr/>
        </p:nvSpPr>
        <p:spPr>
          <a:xfrm>
            <a:off x="6830568" y="5760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927848" y="5641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表格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7927848" y="6172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导入读改 · 智能表格当数据库台账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088368" y="52578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2362688" y="5760720"/>
            <a:ext cx="868680" cy="86868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38" name="Text 36"/>
          <p:cNvSpPr/>
          <p:nvPr/>
        </p:nvSpPr>
        <p:spPr>
          <a:xfrm>
            <a:off x="12362688" y="5760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🗂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3459968" y="5641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微盘 · 通讯录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13459968" y="6172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搜同事 · 传文件 · 资料归档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24128" y="7635240"/>
            <a:ext cx="16239744" cy="822960"/>
          </a:xfrm>
          <a:prstGeom prst="roundRect">
            <a:avLst>
              <a:gd name="adj" fmla="val 8889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98448" y="7635240"/>
            <a:ext cx="15736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给 IT：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接入走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`@wecom/cli` 或 MCP 通道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，不需要公网服务器，内网也能部署。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03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1.2 · 边界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三条硬边界：写限自建 · 读要授权 · 不冒充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01752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4388" y="3383280"/>
            <a:ext cx="1005840" cy="10058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3104388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✎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52728" y="45262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写：只能写自己建的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89888" y="512064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员工旧表永远改不了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；不是权限没配好，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找谁审批都没用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；共享给机器人也不行（实测）。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56248" y="301752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36508" y="3383280"/>
            <a:ext cx="1005840" cy="100584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508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91919"/>
                </a:solidFill>
              </a:rPr>
              <a:t>👁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84848" y="45262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读：要本人扫码授权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22008" y="512064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扫码授权后才能读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其可见文档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；大企业还要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发一次文档链接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。授权永远只给“读”。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2088368" y="301752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168628" y="3383280"/>
            <a:ext cx="1005840" cy="1005840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23" name="Text 21"/>
          <p:cNvSpPr/>
          <p:nvPr/>
        </p:nvSpPr>
        <p:spPr>
          <a:xfrm>
            <a:off x="14168628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91919"/>
                </a:solidFill>
              </a:rPr>
              <a:t>👤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2316968" y="45262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机器人就是机器人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454128" y="512064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不能以员工名义发消息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；只有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创建者本人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能跟它对话，防止权限外借。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24128" y="7452360"/>
            <a:ext cx="16239744" cy="822960"/>
          </a:xfrm>
          <a:prstGeom prst="roundRect">
            <a:avLst>
              <a:gd name="adj" fmla="val 8889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98448" y="7452360"/>
            <a:ext cx="15736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三条边界是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企微统一规则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，选任何工具都绕不开（Workbuddy 也一样）。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04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1.3 · 解法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旧表写不进：新表承接 + 挂索引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2926080"/>
            <a:ext cx="789127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98448" y="3218688"/>
            <a:ext cx="512064" cy="512064"/>
          </a:xfrm>
          <a:prstGeom prst="ellipse">
            <a:avLst/>
          </a:prstGeom>
          <a:solidFill>
            <a:srgbClr val="3E9B4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84248" y="3255264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机器人自建新表 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16736" y="3931920"/>
            <a:ext cx="7306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新增数据都进新表，随便写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建表时开 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“企业内成员自助加入”</a:t>
            </a:r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同事打开表即得编辑权，不用逐个加人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372600" y="2926080"/>
            <a:ext cx="789127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46920" y="3218688"/>
            <a:ext cx="512064" cy="512064"/>
          </a:xfrm>
          <a:prstGeom prst="ellipse">
            <a:avLst/>
          </a:prstGeom>
          <a:solidFill>
            <a:srgbClr val="C9421B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332720" y="3255264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员工建的旧表 ✕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65208" y="3931920"/>
            <a:ext cx="7306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永远改不了，别再试共享
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不是权限没配好，是企微硬性设计
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找谁审批都没用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572768" y="64008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82496" y="6400800"/>
            <a:ext cx="5815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旧表 · 保留历史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790688" y="6858000"/>
            <a:ext cx="237744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607808" y="6419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挂索引指向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351008" y="64008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DBA74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460736" y="6400800"/>
            <a:ext cx="5815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机器人新表 · 记新增数据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024128" y="781812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98448" y="781812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为什么必须挂索引：避免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“两个真相”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——白纸黑字定哪个表算数、何时切换。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05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1.4 · 工具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Workbuddy 能直接接入，但绕不开边界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24128" y="296265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41448" y="301752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官方点名的适配工具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441448" y="349300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同批还有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Codex · Kimi Work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。企微连接器是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一键包装，不是独占通道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24128" y="456285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441448" y="461772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搭好的机器人内嵌企微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441448" y="509320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群里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@机器人 即可调用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。DDD 客服“补料机器人”：原来手机电脑同时在线，现在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随时响应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24128" y="616305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441448" y="6217920"/>
            <a:ext cx="1394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同样受三条边界约束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441448" y="6693408"/>
            <a:ext cx="1394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读要授权 · 写只写自建 · 不冒充员工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，选型别指望任何工具绕开。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06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1.5 · 速查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各部门速查：现在就能受益的事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4128" y="2926080"/>
          <a:ext cx="1623974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498080"/>
                <a:gridCol w="6364224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部门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现在就能受益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要注意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客服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群内问答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 · 异常通知 · 知识库回复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旧表写不进，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新数据走新表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业务/销售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询盘自动登记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 · 船期汇总 · 邮件整理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扫码授权 + 发链接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 才能读业务表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行政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会议纪要自动生成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 · 通知搬运 · 订会议室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—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IT/管理员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统一创建与配可用范围，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无公网服务器要求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权限最小化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，逐项开启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07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1.6 · 建号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创建机器人：只有管理员能建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063240"/>
            <a:ext cx="3174797" cy="1005840"/>
          </a:xfrm>
          <a:prstGeom prst="homePlate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063240"/>
            <a:ext cx="29004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①  找 DIC 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33856" y="4160520"/>
            <a:ext cx="2955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业务同事后台没有创建入口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290365" y="3063240"/>
            <a:ext cx="3174797" cy="100584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4685" y="3063240"/>
            <a:ext cx="2735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②  后台创建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00093" y="4160520"/>
            <a:ext cx="2955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工作台 → 智能机器人 → API 模式 → 长连接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556602" y="3063240"/>
            <a:ext cx="3174797" cy="100584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0922" y="3063240"/>
            <a:ext cx="2735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③  拿密钥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66330" y="4160520"/>
            <a:ext cx="2955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Bot ID + Secret 妥善保存，泄露=冒充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822838" y="3063240"/>
            <a:ext cx="3174797" cy="100584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97158" y="3063240"/>
            <a:ext cx="2735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④  配范围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32566" y="4160520"/>
            <a:ext cx="2955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只开给实际使用的群和同事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4089075" y="3063240"/>
            <a:ext cx="3174797" cy="1005840"/>
          </a:xfrm>
          <a:prstGeom prst="chevron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363395" y="3063240"/>
            <a:ext cx="27358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⑤  开权限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98803" y="4160520"/>
            <a:ext cx="2955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默认最小化，用到哪项开哪项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24128" y="5577840"/>
            <a:ext cx="16239744" cy="1051560"/>
          </a:xfrm>
          <a:prstGeom prst="roundRect">
            <a:avLst>
              <a:gd name="adj" fmla="val 6957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98448" y="5577840"/>
            <a:ext cx="15736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不需要公网服务器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，内网也能跑。给 IT：前提是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Node.js 环境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+ 长连接机器人的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Bot ID 和 Secret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4128" y="694944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DBA74">
              <a:alpha val="5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98448" y="694944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建好只是“出生”：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接下来走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发布审批 + 授权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（第 2 章）才能用。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08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1.7 · 权限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12 类权限：默认全关，用到哪项开哪项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2926080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5296" y="3447288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13" name="Text 11"/>
          <p:cNvSpPr/>
          <p:nvPr/>
        </p:nvSpPr>
        <p:spPr>
          <a:xfrm>
            <a:off x="1591056" y="3072384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消息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91056" y="354787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异常告警 · 日报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48072" y="2926080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447288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3072384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文档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15000" y="354787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新建读改写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72016" y="2926080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73184" y="3447288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21" name="Text 19"/>
          <p:cNvSpPr/>
          <p:nvPr/>
        </p:nvSpPr>
        <p:spPr>
          <a:xfrm>
            <a:off x="9838944" y="3072384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文档管理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38944" y="354787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搜索 · 重命名 · 权限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3395960" y="2926080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97128" y="3447288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5" name="Text 23"/>
          <p:cNvSpPr/>
          <p:nvPr/>
        </p:nvSpPr>
        <p:spPr>
          <a:xfrm>
            <a:off x="13962888" y="3072384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在线表格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962888" y="354787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导入读改 · 追加行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24128" y="4407408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25296" y="4928616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29" name="Text 27"/>
          <p:cNvSpPr/>
          <p:nvPr/>
        </p:nvSpPr>
        <p:spPr>
          <a:xfrm>
            <a:off x="1591056" y="455371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智能表格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591056" y="50292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数据库型台账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148072" y="4407408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4928616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455371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智能文档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715000" y="50292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带数据表的文档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9272016" y="4407408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73184" y="4928616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37" name="Text 35"/>
          <p:cNvSpPr/>
          <p:nvPr/>
        </p:nvSpPr>
        <p:spPr>
          <a:xfrm>
            <a:off x="9838944" y="455371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微盘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838944" y="50292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上传下载归档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13395960" y="4407408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97128" y="4928616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1" name="Text 39"/>
          <p:cNvSpPr/>
          <p:nvPr/>
        </p:nvSpPr>
        <p:spPr>
          <a:xfrm>
            <a:off x="13962888" y="455371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邮件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3962888" y="50292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来信汇总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1024128" y="5888736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25296" y="6409944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5" name="Text 43"/>
          <p:cNvSpPr/>
          <p:nvPr/>
        </p:nvSpPr>
        <p:spPr>
          <a:xfrm>
            <a:off x="1591056" y="603504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待办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591056" y="65105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任务提醒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5148072" y="5888736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49240" y="6409944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9" name="Text 47"/>
          <p:cNvSpPr/>
          <p:nvPr/>
        </p:nvSpPr>
        <p:spPr>
          <a:xfrm>
            <a:off x="5715000" y="603504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日程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715000" y="65105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增删改查 · 订房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9272016" y="5888736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73184" y="6409944"/>
            <a:ext cx="256032" cy="25603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53" name="Text 51"/>
          <p:cNvSpPr/>
          <p:nvPr/>
        </p:nvSpPr>
        <p:spPr>
          <a:xfrm>
            <a:off x="9838944" y="603504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会议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9838944" y="65105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纪要 · 转写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13395960" y="5888736"/>
            <a:ext cx="3849624" cy="1298448"/>
          </a:xfrm>
          <a:prstGeom prst="roundRect">
            <a:avLst>
              <a:gd name="adj" fmla="val 6338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597128" y="6409944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7" name="Text 55"/>
          <p:cNvSpPr/>
          <p:nvPr/>
        </p:nvSpPr>
        <p:spPr>
          <a:xfrm>
            <a:off x="13962888" y="603504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通讯录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3962888" y="65105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搜同事 · 查信息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1024128" y="763524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298448" y="763524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独立开关：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“能读文档”≠“能查通讯录”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；报错自带“去开通”链接，要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创建机器人的那个人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点才有效。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创建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09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37744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92808" y="2212848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建号找管理员，权限逐项开；写只写自建，读要本人授权。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92808" y="48463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能力覆盖 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消息 · 邮件 · 文档 · 表格 · 日程 · 会议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，但三条边界是平台统一的。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建好之后，下一步是 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发布审批与授权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（第 2 章）。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92808" y="6583680"/>
            <a:ext cx="2060448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5" name="Text 13"/>
          <p:cNvSpPr/>
          <p:nvPr/>
        </p:nvSpPr>
        <p:spPr>
          <a:xfrm>
            <a:off x="1892808" y="6583680"/>
            <a:ext cx="2060448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 1 章 · 创建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企微智能机器人 SOP · 创建</dc:title>
  <dc:subject>PptxGenJS Presentation</dc:subject>
  <dc:creator>Rosetta</dc:creator>
  <cp:lastModifiedBy>Rosetta</cp:lastModifiedBy>
  <cp:revision>1</cp:revision>
  <dcterms:created xsi:type="dcterms:W3CDTF">2026-08-26T12:43:50Z</dcterms:created>
  <dcterms:modified xsi:type="dcterms:W3CDTF">2026-08-26T12:43:50Z</dcterms:modified>
</cp:coreProperties>
</file>